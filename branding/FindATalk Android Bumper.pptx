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3003213" cy="6345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AC99"/>
    <a:srgbClr val="F4EFE2"/>
    <a:srgbClr val="214A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95" d="100"/>
          <a:sy n="95" d="100"/>
        </p:scale>
        <p:origin x="216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402" y="1038446"/>
            <a:ext cx="9752410" cy="2209083"/>
          </a:xfrm>
        </p:spPr>
        <p:txBody>
          <a:bodyPr anchor="b"/>
          <a:lstStyle>
            <a:lvl1pPr algn="ctr">
              <a:defRPr sz="5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402" y="3332719"/>
            <a:ext cx="9752410" cy="1531963"/>
          </a:xfrm>
        </p:spPr>
        <p:txBody>
          <a:bodyPr/>
          <a:lstStyle>
            <a:lvl1pPr marL="0" indent="0" algn="ctr">
              <a:buNone/>
              <a:defRPr sz="2220"/>
            </a:lvl1pPr>
            <a:lvl2pPr marL="423001" indent="0" algn="ctr">
              <a:buNone/>
              <a:defRPr sz="1850"/>
            </a:lvl2pPr>
            <a:lvl3pPr marL="846003" indent="0" algn="ctr">
              <a:buNone/>
              <a:defRPr sz="1665"/>
            </a:lvl3pPr>
            <a:lvl4pPr marL="1269004" indent="0" algn="ctr">
              <a:buNone/>
              <a:defRPr sz="1480"/>
            </a:lvl4pPr>
            <a:lvl5pPr marL="1692006" indent="0" algn="ctr">
              <a:buNone/>
              <a:defRPr sz="1480"/>
            </a:lvl5pPr>
            <a:lvl6pPr marL="2115007" indent="0" algn="ctr">
              <a:buNone/>
              <a:defRPr sz="1480"/>
            </a:lvl6pPr>
            <a:lvl7pPr marL="2538009" indent="0" algn="ctr">
              <a:buNone/>
              <a:defRPr sz="1480"/>
            </a:lvl7pPr>
            <a:lvl8pPr marL="2961010" indent="0" algn="ctr">
              <a:buNone/>
              <a:defRPr sz="1480"/>
            </a:lvl8pPr>
            <a:lvl9pPr marL="3384012" indent="0" algn="ctr">
              <a:buNone/>
              <a:defRPr sz="1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6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32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7198" y="1581904"/>
            <a:ext cx="11215271" cy="2639442"/>
          </a:xfrm>
        </p:spPr>
        <p:txBody>
          <a:bodyPr anchor="b"/>
          <a:lstStyle>
            <a:lvl1pPr>
              <a:defRPr sz="555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198" y="4246317"/>
            <a:ext cx="11215271" cy="1388020"/>
          </a:xfrm>
        </p:spPr>
        <p:txBody>
          <a:bodyPr/>
          <a:lstStyle>
            <a:lvl1pPr marL="0" indent="0">
              <a:buNone/>
              <a:defRPr sz="2220">
                <a:solidFill>
                  <a:schemeClr val="tx1">
                    <a:tint val="82000"/>
                  </a:schemeClr>
                </a:solidFill>
              </a:defRPr>
            </a:lvl1pPr>
            <a:lvl2pPr marL="423001" indent="0">
              <a:buNone/>
              <a:defRPr sz="1850">
                <a:solidFill>
                  <a:schemeClr val="tx1">
                    <a:tint val="82000"/>
                  </a:schemeClr>
                </a:solidFill>
              </a:defRPr>
            </a:lvl2pPr>
            <a:lvl3pPr marL="846003" indent="0">
              <a:buNone/>
              <a:defRPr sz="1665">
                <a:solidFill>
                  <a:schemeClr val="tx1">
                    <a:tint val="82000"/>
                  </a:schemeClr>
                </a:solidFill>
              </a:defRPr>
            </a:lvl3pPr>
            <a:lvl4pPr marL="1269004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4pPr>
            <a:lvl5pPr marL="1692006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5pPr>
            <a:lvl6pPr marL="2115007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6pPr>
            <a:lvl7pPr marL="2538009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7pPr>
            <a:lvl8pPr marL="2961010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8pPr>
            <a:lvl9pPr marL="3384012" indent="0">
              <a:buNone/>
              <a:defRPr sz="14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27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3971" y="1689126"/>
            <a:ext cx="5526366" cy="4025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82876" y="1689126"/>
            <a:ext cx="5526366" cy="40259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389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665" y="337825"/>
            <a:ext cx="11215271" cy="12264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5665" y="1555465"/>
            <a:ext cx="5500968" cy="762309"/>
          </a:xfrm>
        </p:spPr>
        <p:txBody>
          <a:bodyPr anchor="b"/>
          <a:lstStyle>
            <a:lvl1pPr marL="0" indent="0">
              <a:buNone/>
              <a:defRPr sz="2220" b="1"/>
            </a:lvl1pPr>
            <a:lvl2pPr marL="423001" indent="0">
              <a:buNone/>
              <a:defRPr sz="1850" b="1"/>
            </a:lvl2pPr>
            <a:lvl3pPr marL="846003" indent="0">
              <a:buNone/>
              <a:defRPr sz="1665" b="1"/>
            </a:lvl3pPr>
            <a:lvl4pPr marL="1269004" indent="0">
              <a:buNone/>
              <a:defRPr sz="1480" b="1"/>
            </a:lvl4pPr>
            <a:lvl5pPr marL="1692006" indent="0">
              <a:buNone/>
              <a:defRPr sz="1480" b="1"/>
            </a:lvl5pPr>
            <a:lvl6pPr marL="2115007" indent="0">
              <a:buNone/>
              <a:defRPr sz="1480" b="1"/>
            </a:lvl6pPr>
            <a:lvl7pPr marL="2538009" indent="0">
              <a:buNone/>
              <a:defRPr sz="1480" b="1"/>
            </a:lvl7pPr>
            <a:lvl8pPr marL="2961010" indent="0">
              <a:buNone/>
              <a:defRPr sz="1480" b="1"/>
            </a:lvl8pPr>
            <a:lvl9pPr marL="3384012" indent="0">
              <a:buNone/>
              <a:defRPr sz="1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5665" y="2317774"/>
            <a:ext cx="5500968" cy="34090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82877" y="1555465"/>
            <a:ext cx="5528059" cy="762309"/>
          </a:xfrm>
        </p:spPr>
        <p:txBody>
          <a:bodyPr anchor="b"/>
          <a:lstStyle>
            <a:lvl1pPr marL="0" indent="0">
              <a:buNone/>
              <a:defRPr sz="2220" b="1"/>
            </a:lvl1pPr>
            <a:lvl2pPr marL="423001" indent="0">
              <a:buNone/>
              <a:defRPr sz="1850" b="1"/>
            </a:lvl2pPr>
            <a:lvl3pPr marL="846003" indent="0">
              <a:buNone/>
              <a:defRPr sz="1665" b="1"/>
            </a:lvl3pPr>
            <a:lvl4pPr marL="1269004" indent="0">
              <a:buNone/>
              <a:defRPr sz="1480" b="1"/>
            </a:lvl4pPr>
            <a:lvl5pPr marL="1692006" indent="0">
              <a:buNone/>
              <a:defRPr sz="1480" b="1"/>
            </a:lvl5pPr>
            <a:lvl6pPr marL="2115007" indent="0">
              <a:buNone/>
              <a:defRPr sz="1480" b="1"/>
            </a:lvl6pPr>
            <a:lvl7pPr marL="2538009" indent="0">
              <a:buNone/>
              <a:defRPr sz="1480" b="1"/>
            </a:lvl7pPr>
            <a:lvl8pPr marL="2961010" indent="0">
              <a:buNone/>
              <a:defRPr sz="1480" b="1"/>
            </a:lvl8pPr>
            <a:lvl9pPr marL="3384012" indent="0">
              <a:buNone/>
              <a:defRPr sz="1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82877" y="2317774"/>
            <a:ext cx="5528059" cy="34090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60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375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9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665" y="423016"/>
            <a:ext cx="4193874" cy="1480556"/>
          </a:xfrm>
        </p:spPr>
        <p:txBody>
          <a:bodyPr anchor="b"/>
          <a:lstStyle>
            <a:lvl1pPr>
              <a:defRPr sz="29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8059" y="913597"/>
            <a:ext cx="6582877" cy="4509232"/>
          </a:xfrm>
        </p:spPr>
        <p:txBody>
          <a:bodyPr/>
          <a:lstStyle>
            <a:lvl1pPr>
              <a:defRPr sz="2961"/>
            </a:lvl1pPr>
            <a:lvl2pPr>
              <a:defRPr sz="2591"/>
            </a:lvl2pPr>
            <a:lvl3pPr>
              <a:defRPr sz="2220"/>
            </a:lvl3pPr>
            <a:lvl4pPr>
              <a:defRPr sz="1850"/>
            </a:lvl4pPr>
            <a:lvl5pPr>
              <a:defRPr sz="1850"/>
            </a:lvl5pPr>
            <a:lvl6pPr>
              <a:defRPr sz="1850"/>
            </a:lvl6pPr>
            <a:lvl7pPr>
              <a:defRPr sz="1850"/>
            </a:lvl7pPr>
            <a:lvl8pPr>
              <a:defRPr sz="1850"/>
            </a:lvl8pPr>
            <a:lvl9pPr>
              <a:defRPr sz="18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665" y="1903572"/>
            <a:ext cx="4193874" cy="3526601"/>
          </a:xfrm>
        </p:spPr>
        <p:txBody>
          <a:bodyPr/>
          <a:lstStyle>
            <a:lvl1pPr marL="0" indent="0">
              <a:buNone/>
              <a:defRPr sz="1480"/>
            </a:lvl1pPr>
            <a:lvl2pPr marL="423001" indent="0">
              <a:buNone/>
              <a:defRPr sz="1295"/>
            </a:lvl2pPr>
            <a:lvl3pPr marL="846003" indent="0">
              <a:buNone/>
              <a:defRPr sz="1110"/>
            </a:lvl3pPr>
            <a:lvl4pPr marL="1269004" indent="0">
              <a:buNone/>
              <a:defRPr sz="925"/>
            </a:lvl4pPr>
            <a:lvl5pPr marL="1692006" indent="0">
              <a:buNone/>
              <a:defRPr sz="925"/>
            </a:lvl5pPr>
            <a:lvl6pPr marL="2115007" indent="0">
              <a:buNone/>
              <a:defRPr sz="925"/>
            </a:lvl6pPr>
            <a:lvl7pPr marL="2538009" indent="0">
              <a:buNone/>
              <a:defRPr sz="925"/>
            </a:lvl7pPr>
            <a:lvl8pPr marL="2961010" indent="0">
              <a:buNone/>
              <a:defRPr sz="925"/>
            </a:lvl8pPr>
            <a:lvl9pPr marL="3384012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5665" y="423016"/>
            <a:ext cx="4193874" cy="1480556"/>
          </a:xfrm>
        </p:spPr>
        <p:txBody>
          <a:bodyPr anchor="b"/>
          <a:lstStyle>
            <a:lvl1pPr>
              <a:defRPr sz="29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28059" y="913597"/>
            <a:ext cx="6582877" cy="4509232"/>
          </a:xfrm>
        </p:spPr>
        <p:txBody>
          <a:bodyPr anchor="t"/>
          <a:lstStyle>
            <a:lvl1pPr marL="0" indent="0">
              <a:buNone/>
              <a:defRPr sz="2961"/>
            </a:lvl1pPr>
            <a:lvl2pPr marL="423001" indent="0">
              <a:buNone/>
              <a:defRPr sz="2591"/>
            </a:lvl2pPr>
            <a:lvl3pPr marL="846003" indent="0">
              <a:buNone/>
              <a:defRPr sz="2220"/>
            </a:lvl3pPr>
            <a:lvl4pPr marL="1269004" indent="0">
              <a:buNone/>
              <a:defRPr sz="1850"/>
            </a:lvl4pPr>
            <a:lvl5pPr marL="1692006" indent="0">
              <a:buNone/>
              <a:defRPr sz="1850"/>
            </a:lvl5pPr>
            <a:lvl6pPr marL="2115007" indent="0">
              <a:buNone/>
              <a:defRPr sz="1850"/>
            </a:lvl6pPr>
            <a:lvl7pPr marL="2538009" indent="0">
              <a:buNone/>
              <a:defRPr sz="1850"/>
            </a:lvl7pPr>
            <a:lvl8pPr marL="2961010" indent="0">
              <a:buNone/>
              <a:defRPr sz="1850"/>
            </a:lvl8pPr>
            <a:lvl9pPr marL="3384012" indent="0">
              <a:buNone/>
              <a:defRPr sz="18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5665" y="1903572"/>
            <a:ext cx="4193874" cy="3526601"/>
          </a:xfrm>
        </p:spPr>
        <p:txBody>
          <a:bodyPr/>
          <a:lstStyle>
            <a:lvl1pPr marL="0" indent="0">
              <a:buNone/>
              <a:defRPr sz="1480"/>
            </a:lvl1pPr>
            <a:lvl2pPr marL="423001" indent="0">
              <a:buNone/>
              <a:defRPr sz="1295"/>
            </a:lvl2pPr>
            <a:lvl3pPr marL="846003" indent="0">
              <a:buNone/>
              <a:defRPr sz="1110"/>
            </a:lvl3pPr>
            <a:lvl4pPr marL="1269004" indent="0">
              <a:buNone/>
              <a:defRPr sz="925"/>
            </a:lvl4pPr>
            <a:lvl5pPr marL="1692006" indent="0">
              <a:buNone/>
              <a:defRPr sz="925"/>
            </a:lvl5pPr>
            <a:lvl6pPr marL="2115007" indent="0">
              <a:buNone/>
              <a:defRPr sz="925"/>
            </a:lvl6pPr>
            <a:lvl7pPr marL="2538009" indent="0">
              <a:buNone/>
              <a:defRPr sz="925"/>
            </a:lvl7pPr>
            <a:lvl8pPr marL="2961010" indent="0">
              <a:buNone/>
              <a:defRPr sz="925"/>
            </a:lvl8pPr>
            <a:lvl9pPr marL="3384012" indent="0">
              <a:buNone/>
              <a:defRPr sz="9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02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719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05424" y="337825"/>
            <a:ext cx="2803818" cy="53772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3971" y="337825"/>
            <a:ext cx="8248913" cy="53772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031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3971" y="337825"/>
            <a:ext cx="11215271" cy="12264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3971" y="1689126"/>
            <a:ext cx="11215271" cy="40259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3971" y="5881096"/>
            <a:ext cx="2925723" cy="33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60AB5-3A99-1F42-8D7B-EF6B16ED3C81}" type="datetimeFigureOut">
              <a:rPr lang="en-US" smtClean="0"/>
              <a:t>8/25/26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07315" y="5881096"/>
            <a:ext cx="4388584" cy="33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83519" y="5881096"/>
            <a:ext cx="2925723" cy="33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71C98-0E8C-BE40-A212-EDDD26E44A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245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46003" rtl="0" eaLnBrk="1" latinLnBrk="0" hangingPunct="1">
        <a:lnSpc>
          <a:spcPct val="90000"/>
        </a:lnSpc>
        <a:spcBef>
          <a:spcPct val="0"/>
        </a:spcBef>
        <a:buNone/>
        <a:defRPr sz="407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1501" indent="-211501" algn="l" defTabSz="846003" rtl="0" eaLnBrk="1" latinLnBrk="0" hangingPunct="1">
        <a:lnSpc>
          <a:spcPct val="90000"/>
        </a:lnSpc>
        <a:spcBef>
          <a:spcPts val="925"/>
        </a:spcBef>
        <a:buFont typeface="Arial" panose="020B0604020202020204" pitchFamily="34" charset="0"/>
        <a:buChar char="•"/>
        <a:defRPr sz="2591" kern="1200">
          <a:solidFill>
            <a:schemeClr val="tx1"/>
          </a:solidFill>
          <a:latin typeface="+mn-lt"/>
          <a:ea typeface="+mn-ea"/>
          <a:cs typeface="+mn-cs"/>
        </a:defRPr>
      </a:lvl1pPr>
      <a:lvl2pPr marL="634502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2220" kern="1200">
          <a:solidFill>
            <a:schemeClr val="tx1"/>
          </a:solidFill>
          <a:latin typeface="+mn-lt"/>
          <a:ea typeface="+mn-ea"/>
          <a:cs typeface="+mn-cs"/>
        </a:defRPr>
      </a:lvl2pPr>
      <a:lvl3pPr marL="1057504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850" kern="1200">
          <a:solidFill>
            <a:schemeClr val="tx1"/>
          </a:solidFill>
          <a:latin typeface="+mn-lt"/>
          <a:ea typeface="+mn-ea"/>
          <a:cs typeface="+mn-cs"/>
        </a:defRPr>
      </a:lvl3pPr>
      <a:lvl4pPr marL="1480505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903506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326508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749509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3172511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595512" indent="-211501" algn="l" defTabSz="846003" rtl="0" eaLnBrk="1" latinLnBrk="0" hangingPunct="1">
        <a:lnSpc>
          <a:spcPct val="90000"/>
        </a:lnSpc>
        <a:spcBef>
          <a:spcPts val="463"/>
        </a:spcBef>
        <a:buFont typeface="Arial" panose="020B0604020202020204" pitchFamily="34" charset="0"/>
        <a:buChar char="•"/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1pPr>
      <a:lvl2pPr marL="423001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2pPr>
      <a:lvl3pPr marL="846003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3pPr>
      <a:lvl4pPr marL="1269004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4pPr>
      <a:lvl5pPr marL="1692006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5pPr>
      <a:lvl6pPr marL="2115007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6pPr>
      <a:lvl7pPr marL="2538009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7pPr>
      <a:lvl8pPr marL="2961010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8pPr>
      <a:lvl9pPr marL="3384012" algn="l" defTabSz="846003" rtl="0" eaLnBrk="1" latinLnBrk="0" hangingPunct="1">
        <a:defRPr sz="16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4A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5451E3-60B7-CBEC-B3DC-7B30E8D2A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30" y="217651"/>
            <a:ext cx="5909935" cy="59099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B7AE5A-B01D-CB27-0C94-DE6F25461DBB}"/>
              </a:ext>
            </a:extLst>
          </p:cNvPr>
          <p:cNvSpPr txBox="1"/>
          <p:nvPr/>
        </p:nvSpPr>
        <p:spPr>
          <a:xfrm>
            <a:off x="6394030" y="1914872"/>
            <a:ext cx="4466287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 err="1">
                <a:solidFill>
                  <a:srgbClr val="BCAC99"/>
                </a:solidFill>
                <a:latin typeface="Fraunces 9pt SemiBold" pitchFamily="2" charset="77"/>
              </a:rPr>
              <a:t>FindATalk</a:t>
            </a:r>
            <a:endParaRPr lang="en-US" sz="6600" b="1" dirty="0">
              <a:solidFill>
                <a:srgbClr val="BCAC99"/>
              </a:solidFill>
              <a:latin typeface="Fraunces 9pt SemiBold" pitchFamily="2" charset="77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DA5653-9CDB-09E2-7284-06F1D47EC541}"/>
              </a:ext>
            </a:extLst>
          </p:cNvPr>
          <p:cNvCxnSpPr>
            <a:cxnSpLocks/>
          </p:cNvCxnSpPr>
          <p:nvPr/>
        </p:nvCxnSpPr>
        <p:spPr>
          <a:xfrm>
            <a:off x="6501606" y="2955633"/>
            <a:ext cx="498218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ECAB401-EDE6-98B6-892B-890B119EE391}"/>
              </a:ext>
            </a:extLst>
          </p:cNvPr>
          <p:cNvSpPr txBox="1"/>
          <p:nvPr/>
        </p:nvSpPr>
        <p:spPr>
          <a:xfrm>
            <a:off x="6422565" y="3051596"/>
            <a:ext cx="5666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Inter Medium" panose="02000503000000020004" pitchFamily="2" charset="0"/>
                <a:ea typeface="Inter Medium" panose="02000503000000020004" pitchFamily="2" charset="0"/>
              </a:rPr>
              <a:t>Your General Conference Companion</a:t>
            </a:r>
          </a:p>
        </p:txBody>
      </p:sp>
    </p:spTree>
    <p:extLst>
      <p:ext uri="{BB962C8B-B14F-4D97-AF65-F5344CB8AC3E}">
        <p14:creationId xmlns:p14="http://schemas.microsoft.com/office/powerpoint/2010/main" val="23940709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Words>5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Fraunces 9pt SemiBold</vt:lpstr>
      <vt:lpstr>Inter Medium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Brad Christensen</dc:creator>
  <cp:lastModifiedBy>Brad Christensen</cp:lastModifiedBy>
  <cp:revision>2</cp:revision>
  <dcterms:created xsi:type="dcterms:W3CDTF">2026-08-25T19:20:26Z</dcterms:created>
  <dcterms:modified xsi:type="dcterms:W3CDTF">2026-08-25T19:35:26Z</dcterms:modified>
</cp:coreProperties>
</file>