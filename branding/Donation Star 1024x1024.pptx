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3003213" cy="13003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61" d="100"/>
          <a:sy n="61" d="100"/>
        </p:scale>
        <p:origin x="284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241" y="2128073"/>
            <a:ext cx="11052731" cy="4527045"/>
          </a:xfrm>
        </p:spPr>
        <p:txBody>
          <a:bodyPr anchor="b"/>
          <a:lstStyle>
            <a:lvl1pPr algn="ctr">
              <a:defRPr sz="853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402" y="6829698"/>
            <a:ext cx="9752410" cy="3139432"/>
          </a:xfrm>
        </p:spPr>
        <p:txBody>
          <a:bodyPr/>
          <a:lstStyle>
            <a:lvl1pPr marL="0" indent="0" algn="ctr">
              <a:buNone/>
              <a:defRPr sz="3413"/>
            </a:lvl1pPr>
            <a:lvl2pPr marL="650138" indent="0" algn="ctr">
              <a:buNone/>
              <a:defRPr sz="2844"/>
            </a:lvl2pPr>
            <a:lvl3pPr marL="1300277" indent="0" algn="ctr">
              <a:buNone/>
              <a:defRPr sz="2560"/>
            </a:lvl3pPr>
            <a:lvl4pPr marL="1950415" indent="0" algn="ctr">
              <a:buNone/>
              <a:defRPr sz="2275"/>
            </a:lvl4pPr>
            <a:lvl5pPr marL="2600554" indent="0" algn="ctr">
              <a:buNone/>
              <a:defRPr sz="2275"/>
            </a:lvl5pPr>
            <a:lvl6pPr marL="3250692" indent="0" algn="ctr">
              <a:buNone/>
              <a:defRPr sz="2275"/>
            </a:lvl6pPr>
            <a:lvl7pPr marL="3900830" indent="0" algn="ctr">
              <a:buNone/>
              <a:defRPr sz="2275"/>
            </a:lvl7pPr>
            <a:lvl8pPr marL="4550969" indent="0" algn="ctr">
              <a:buNone/>
              <a:defRPr sz="2275"/>
            </a:lvl8pPr>
            <a:lvl9pPr marL="5201107" indent="0" algn="ctr">
              <a:buNone/>
              <a:defRPr sz="227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340DF-E3EE-374A-A986-46E51559BECB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A7247-85A6-7841-8100-7510F3F4F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125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340DF-E3EE-374A-A986-46E51559BECB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A7247-85A6-7841-8100-7510F3F4F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323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199" y="3241777"/>
            <a:ext cx="11215271" cy="5408974"/>
          </a:xfrm>
        </p:spPr>
        <p:txBody>
          <a:bodyPr anchor="b"/>
          <a:lstStyle>
            <a:lvl1pPr>
              <a:defRPr sz="853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199" y="8701922"/>
            <a:ext cx="11215271" cy="2844452"/>
          </a:xfrm>
        </p:spPr>
        <p:txBody>
          <a:bodyPr/>
          <a:lstStyle>
            <a:lvl1pPr marL="0" indent="0">
              <a:buNone/>
              <a:defRPr sz="3413">
                <a:solidFill>
                  <a:schemeClr val="tx1">
                    <a:tint val="82000"/>
                  </a:schemeClr>
                </a:solidFill>
              </a:defRPr>
            </a:lvl1pPr>
            <a:lvl2pPr marL="650138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2pPr>
            <a:lvl3pPr marL="1300277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3pPr>
            <a:lvl4pPr marL="1950415" indent="0">
              <a:buNone/>
              <a:defRPr sz="2275">
                <a:solidFill>
                  <a:schemeClr val="tx1">
                    <a:tint val="82000"/>
                  </a:schemeClr>
                </a:solidFill>
              </a:defRPr>
            </a:lvl4pPr>
            <a:lvl5pPr marL="2600554" indent="0">
              <a:buNone/>
              <a:defRPr sz="2275">
                <a:solidFill>
                  <a:schemeClr val="tx1">
                    <a:tint val="82000"/>
                  </a:schemeClr>
                </a:solidFill>
              </a:defRPr>
            </a:lvl5pPr>
            <a:lvl6pPr marL="3250692" indent="0">
              <a:buNone/>
              <a:defRPr sz="2275">
                <a:solidFill>
                  <a:schemeClr val="tx1">
                    <a:tint val="82000"/>
                  </a:schemeClr>
                </a:solidFill>
              </a:defRPr>
            </a:lvl6pPr>
            <a:lvl7pPr marL="3900830" indent="0">
              <a:buNone/>
              <a:defRPr sz="2275">
                <a:solidFill>
                  <a:schemeClr val="tx1">
                    <a:tint val="82000"/>
                  </a:schemeClr>
                </a:solidFill>
              </a:defRPr>
            </a:lvl7pPr>
            <a:lvl8pPr marL="4550969" indent="0">
              <a:buNone/>
              <a:defRPr sz="2275">
                <a:solidFill>
                  <a:schemeClr val="tx1">
                    <a:tint val="82000"/>
                  </a:schemeClr>
                </a:solidFill>
              </a:defRPr>
            </a:lvl8pPr>
            <a:lvl9pPr marL="5201107" indent="0">
              <a:buNone/>
              <a:defRPr sz="227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340DF-E3EE-374A-A986-46E51559BECB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A7247-85A6-7841-8100-7510F3F4F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50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3971" y="3461504"/>
            <a:ext cx="5526366" cy="82504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82876" y="3461504"/>
            <a:ext cx="5526366" cy="82504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340DF-E3EE-374A-A986-46E51559BECB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A7247-85A6-7841-8100-7510F3F4F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238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665" y="692304"/>
            <a:ext cx="11215271" cy="25133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5666" y="3187594"/>
            <a:ext cx="5500968" cy="1562191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138" indent="0">
              <a:buNone/>
              <a:defRPr sz="2844" b="1"/>
            </a:lvl2pPr>
            <a:lvl3pPr marL="1300277" indent="0">
              <a:buNone/>
              <a:defRPr sz="2560" b="1"/>
            </a:lvl3pPr>
            <a:lvl4pPr marL="1950415" indent="0">
              <a:buNone/>
              <a:defRPr sz="2275" b="1"/>
            </a:lvl4pPr>
            <a:lvl5pPr marL="2600554" indent="0">
              <a:buNone/>
              <a:defRPr sz="2275" b="1"/>
            </a:lvl5pPr>
            <a:lvl6pPr marL="3250692" indent="0">
              <a:buNone/>
              <a:defRPr sz="2275" b="1"/>
            </a:lvl6pPr>
            <a:lvl7pPr marL="3900830" indent="0">
              <a:buNone/>
              <a:defRPr sz="2275" b="1"/>
            </a:lvl7pPr>
            <a:lvl8pPr marL="4550969" indent="0">
              <a:buNone/>
              <a:defRPr sz="2275" b="1"/>
            </a:lvl8pPr>
            <a:lvl9pPr marL="5201107" indent="0">
              <a:buNone/>
              <a:defRPr sz="22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5666" y="4749785"/>
            <a:ext cx="5500968" cy="69862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82877" y="3187594"/>
            <a:ext cx="5528059" cy="1562191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138" indent="0">
              <a:buNone/>
              <a:defRPr sz="2844" b="1"/>
            </a:lvl2pPr>
            <a:lvl3pPr marL="1300277" indent="0">
              <a:buNone/>
              <a:defRPr sz="2560" b="1"/>
            </a:lvl3pPr>
            <a:lvl4pPr marL="1950415" indent="0">
              <a:buNone/>
              <a:defRPr sz="2275" b="1"/>
            </a:lvl4pPr>
            <a:lvl5pPr marL="2600554" indent="0">
              <a:buNone/>
              <a:defRPr sz="2275" b="1"/>
            </a:lvl5pPr>
            <a:lvl6pPr marL="3250692" indent="0">
              <a:buNone/>
              <a:defRPr sz="2275" b="1"/>
            </a:lvl6pPr>
            <a:lvl7pPr marL="3900830" indent="0">
              <a:buNone/>
              <a:defRPr sz="2275" b="1"/>
            </a:lvl7pPr>
            <a:lvl8pPr marL="4550969" indent="0">
              <a:buNone/>
              <a:defRPr sz="2275" b="1"/>
            </a:lvl8pPr>
            <a:lvl9pPr marL="5201107" indent="0">
              <a:buNone/>
              <a:defRPr sz="22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82877" y="4749785"/>
            <a:ext cx="5528059" cy="69862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340DF-E3EE-374A-A986-46E51559BECB}" type="datetimeFigureOut">
              <a:rPr lang="en-US" smtClean="0"/>
              <a:t>10/1/26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A7247-85A6-7841-8100-7510F3F4F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414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340DF-E3EE-374A-A986-46E51559BECB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A7247-85A6-7841-8100-7510F3F4F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586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340DF-E3EE-374A-A986-46E51559BECB}" type="datetimeFigureOut">
              <a:rPr lang="en-US" smtClean="0"/>
              <a:t>10/1/26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A7247-85A6-7841-8100-7510F3F4F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876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664" y="866881"/>
            <a:ext cx="4193875" cy="3034083"/>
          </a:xfrm>
        </p:spPr>
        <p:txBody>
          <a:bodyPr anchor="b"/>
          <a:lstStyle>
            <a:lvl1pPr>
              <a:defRPr sz="45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8059" y="1872225"/>
            <a:ext cx="6582877" cy="9240709"/>
          </a:xfrm>
        </p:spPr>
        <p:txBody>
          <a:bodyPr/>
          <a:lstStyle>
            <a:lvl1pPr>
              <a:defRPr sz="4550"/>
            </a:lvl1pPr>
            <a:lvl2pPr>
              <a:defRPr sz="3982"/>
            </a:lvl2pPr>
            <a:lvl3pPr>
              <a:defRPr sz="3413"/>
            </a:lvl3pPr>
            <a:lvl4pPr>
              <a:defRPr sz="2844"/>
            </a:lvl4pPr>
            <a:lvl5pPr>
              <a:defRPr sz="2844"/>
            </a:lvl5pPr>
            <a:lvl6pPr>
              <a:defRPr sz="2844"/>
            </a:lvl6pPr>
            <a:lvl7pPr>
              <a:defRPr sz="2844"/>
            </a:lvl7pPr>
            <a:lvl8pPr>
              <a:defRPr sz="2844"/>
            </a:lvl8pPr>
            <a:lvl9pPr>
              <a:defRPr sz="284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664" y="3900964"/>
            <a:ext cx="4193875" cy="7227018"/>
          </a:xfrm>
        </p:spPr>
        <p:txBody>
          <a:bodyPr/>
          <a:lstStyle>
            <a:lvl1pPr marL="0" indent="0">
              <a:buNone/>
              <a:defRPr sz="2275"/>
            </a:lvl1pPr>
            <a:lvl2pPr marL="650138" indent="0">
              <a:buNone/>
              <a:defRPr sz="1991"/>
            </a:lvl2pPr>
            <a:lvl3pPr marL="1300277" indent="0">
              <a:buNone/>
              <a:defRPr sz="1706"/>
            </a:lvl3pPr>
            <a:lvl4pPr marL="1950415" indent="0">
              <a:buNone/>
              <a:defRPr sz="1422"/>
            </a:lvl4pPr>
            <a:lvl5pPr marL="2600554" indent="0">
              <a:buNone/>
              <a:defRPr sz="1422"/>
            </a:lvl5pPr>
            <a:lvl6pPr marL="3250692" indent="0">
              <a:buNone/>
              <a:defRPr sz="1422"/>
            </a:lvl6pPr>
            <a:lvl7pPr marL="3900830" indent="0">
              <a:buNone/>
              <a:defRPr sz="1422"/>
            </a:lvl7pPr>
            <a:lvl8pPr marL="4550969" indent="0">
              <a:buNone/>
              <a:defRPr sz="1422"/>
            </a:lvl8pPr>
            <a:lvl9pPr marL="5201107" indent="0">
              <a:buNone/>
              <a:defRPr sz="142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340DF-E3EE-374A-A986-46E51559BECB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A7247-85A6-7841-8100-7510F3F4F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599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664" y="866881"/>
            <a:ext cx="4193875" cy="3034083"/>
          </a:xfrm>
        </p:spPr>
        <p:txBody>
          <a:bodyPr anchor="b"/>
          <a:lstStyle>
            <a:lvl1pPr>
              <a:defRPr sz="45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28059" y="1872225"/>
            <a:ext cx="6582877" cy="9240709"/>
          </a:xfrm>
        </p:spPr>
        <p:txBody>
          <a:bodyPr anchor="t"/>
          <a:lstStyle>
            <a:lvl1pPr marL="0" indent="0">
              <a:buNone/>
              <a:defRPr sz="4550"/>
            </a:lvl1pPr>
            <a:lvl2pPr marL="650138" indent="0">
              <a:buNone/>
              <a:defRPr sz="3982"/>
            </a:lvl2pPr>
            <a:lvl3pPr marL="1300277" indent="0">
              <a:buNone/>
              <a:defRPr sz="3413"/>
            </a:lvl3pPr>
            <a:lvl4pPr marL="1950415" indent="0">
              <a:buNone/>
              <a:defRPr sz="2844"/>
            </a:lvl4pPr>
            <a:lvl5pPr marL="2600554" indent="0">
              <a:buNone/>
              <a:defRPr sz="2844"/>
            </a:lvl5pPr>
            <a:lvl6pPr marL="3250692" indent="0">
              <a:buNone/>
              <a:defRPr sz="2844"/>
            </a:lvl6pPr>
            <a:lvl7pPr marL="3900830" indent="0">
              <a:buNone/>
              <a:defRPr sz="2844"/>
            </a:lvl7pPr>
            <a:lvl8pPr marL="4550969" indent="0">
              <a:buNone/>
              <a:defRPr sz="2844"/>
            </a:lvl8pPr>
            <a:lvl9pPr marL="5201107" indent="0">
              <a:buNone/>
              <a:defRPr sz="284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664" y="3900964"/>
            <a:ext cx="4193875" cy="7227018"/>
          </a:xfrm>
        </p:spPr>
        <p:txBody>
          <a:bodyPr/>
          <a:lstStyle>
            <a:lvl1pPr marL="0" indent="0">
              <a:buNone/>
              <a:defRPr sz="2275"/>
            </a:lvl1pPr>
            <a:lvl2pPr marL="650138" indent="0">
              <a:buNone/>
              <a:defRPr sz="1991"/>
            </a:lvl2pPr>
            <a:lvl3pPr marL="1300277" indent="0">
              <a:buNone/>
              <a:defRPr sz="1706"/>
            </a:lvl3pPr>
            <a:lvl4pPr marL="1950415" indent="0">
              <a:buNone/>
              <a:defRPr sz="1422"/>
            </a:lvl4pPr>
            <a:lvl5pPr marL="2600554" indent="0">
              <a:buNone/>
              <a:defRPr sz="1422"/>
            </a:lvl5pPr>
            <a:lvl6pPr marL="3250692" indent="0">
              <a:buNone/>
              <a:defRPr sz="1422"/>
            </a:lvl6pPr>
            <a:lvl7pPr marL="3900830" indent="0">
              <a:buNone/>
              <a:defRPr sz="1422"/>
            </a:lvl7pPr>
            <a:lvl8pPr marL="4550969" indent="0">
              <a:buNone/>
              <a:defRPr sz="1422"/>
            </a:lvl8pPr>
            <a:lvl9pPr marL="5201107" indent="0">
              <a:buNone/>
              <a:defRPr sz="142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340DF-E3EE-374A-A986-46E51559BECB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A7247-85A6-7841-8100-7510F3F4F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500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340DF-E3EE-374A-A986-46E51559BECB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A7247-85A6-7841-8100-7510F3F4F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202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05425" y="692301"/>
            <a:ext cx="2803818" cy="110196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3972" y="692301"/>
            <a:ext cx="8248913" cy="110196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340DF-E3EE-374A-A986-46E51559BECB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A7247-85A6-7841-8100-7510F3F4F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449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3971" y="692304"/>
            <a:ext cx="11215271" cy="25133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3971" y="3461504"/>
            <a:ext cx="11215271" cy="8250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3971" y="12052055"/>
            <a:ext cx="2925723" cy="6923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3340DF-E3EE-374A-A986-46E51559BECB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07315" y="12052055"/>
            <a:ext cx="4388584" cy="6923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83519" y="12052055"/>
            <a:ext cx="2925723" cy="6923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6A7247-85A6-7841-8100-7510F3F4F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702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300277" rtl="0" eaLnBrk="1" latinLnBrk="0" hangingPunct="1">
        <a:lnSpc>
          <a:spcPct val="90000"/>
        </a:lnSpc>
        <a:spcBef>
          <a:spcPct val="0"/>
        </a:spcBef>
        <a:buNone/>
        <a:defRPr sz="625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5069" indent="-325069" algn="l" defTabSz="1300277" rtl="0" eaLnBrk="1" latinLnBrk="0" hangingPunct="1">
        <a:lnSpc>
          <a:spcPct val="90000"/>
        </a:lnSpc>
        <a:spcBef>
          <a:spcPts val="1422"/>
        </a:spcBef>
        <a:buFont typeface="Arial" panose="020B0604020202020204" pitchFamily="34" charset="0"/>
        <a:buChar char="•"/>
        <a:defRPr sz="3982" kern="1200">
          <a:solidFill>
            <a:schemeClr val="tx1"/>
          </a:solidFill>
          <a:latin typeface="+mn-lt"/>
          <a:ea typeface="+mn-ea"/>
          <a:cs typeface="+mn-cs"/>
        </a:defRPr>
      </a:lvl1pPr>
      <a:lvl2pPr marL="975208" indent="-325069" algn="l" defTabSz="1300277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3413" kern="1200">
          <a:solidFill>
            <a:schemeClr val="tx1"/>
          </a:solidFill>
          <a:latin typeface="+mn-lt"/>
          <a:ea typeface="+mn-ea"/>
          <a:cs typeface="+mn-cs"/>
        </a:defRPr>
      </a:lvl2pPr>
      <a:lvl3pPr marL="1625346" indent="-325069" algn="l" defTabSz="1300277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844" kern="1200">
          <a:solidFill>
            <a:schemeClr val="tx1"/>
          </a:solidFill>
          <a:latin typeface="+mn-lt"/>
          <a:ea typeface="+mn-ea"/>
          <a:cs typeface="+mn-cs"/>
        </a:defRPr>
      </a:lvl3pPr>
      <a:lvl4pPr marL="2275484" indent="-325069" algn="l" defTabSz="1300277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925623" indent="-325069" algn="l" defTabSz="1300277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575761" indent="-325069" algn="l" defTabSz="1300277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5900" indent="-325069" algn="l" defTabSz="1300277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038" indent="-325069" algn="l" defTabSz="1300277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176" indent="-325069" algn="l" defTabSz="1300277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277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138" algn="l" defTabSz="1300277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277" algn="l" defTabSz="1300277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415" algn="l" defTabSz="1300277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554" algn="l" defTabSz="1300277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0692" algn="l" defTabSz="1300277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0830" algn="l" defTabSz="1300277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0969" algn="l" defTabSz="1300277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107" algn="l" defTabSz="1300277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6247B-802D-5C41-0601-F468E875B7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6FBC07-4DBD-DB5B-1B28-D92445BEA0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31C187-5609-F7C2-D38C-F8EA355A2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6683403"/>
            <a:ext cx="13003213" cy="2815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466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Brad Christensen</dc:creator>
  <cp:lastModifiedBy>Brad Christensen</cp:lastModifiedBy>
  <cp:revision>1</cp:revision>
  <dcterms:created xsi:type="dcterms:W3CDTF">2026-10-01T13:27:09Z</dcterms:created>
  <dcterms:modified xsi:type="dcterms:W3CDTF">2026-10-01T13:29:33Z</dcterms:modified>
</cp:coreProperties>
</file>